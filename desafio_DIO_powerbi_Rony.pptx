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sem Título" id="{97562FB7-4855-467E-9DFE-ABC5545C79CD}">
          <p14:sldIdLst>
            <p14:sldId id="256"/>
            <p14:sldId id="257"/>
            <p14:sldId id="258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892EF-FD23-ACC1-8DD5-BF81CF283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Dashboard de vendas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A36026-3E5C-4813-6EEE-FDA3955A6C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Relatorio financeiro para o Desafio de </a:t>
            </a:r>
            <a:r>
              <a:rPr lang="pt-BR"/>
              <a:t>powerbi </a:t>
            </a:r>
            <a:r>
              <a:rPr lang="pt-BR" dirty="0" err="1"/>
              <a:t>da</a:t>
            </a:r>
            <a:r>
              <a:rPr lang="pt-BR" dirty="0"/>
              <a:t> d i o </a:t>
            </a:r>
          </a:p>
        </p:txBody>
      </p:sp>
    </p:spTree>
    <p:extLst>
      <p:ext uri="{BB962C8B-B14F-4D97-AF65-F5344CB8AC3E}">
        <p14:creationId xmlns:p14="http://schemas.microsoft.com/office/powerpoint/2010/main" val="63774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&#10;&#10;O conteúdo gerado por IA pode estar incorreto.">
            <a:extLst>
              <a:ext uri="{FF2B5EF4-FFF2-40B4-BE49-F238E27FC236}">
                <a16:creationId xmlns:a16="http://schemas.microsoft.com/office/drawing/2014/main" id="{BB6D7DCC-8752-4E96-9D80-7A50BD072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07" y="180304"/>
            <a:ext cx="11715745" cy="652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11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Gráfico&#10;&#10;O conteúdo gerado por IA pode estar incorreto.">
            <a:extLst>
              <a:ext uri="{FF2B5EF4-FFF2-40B4-BE49-F238E27FC236}">
                <a16:creationId xmlns:a16="http://schemas.microsoft.com/office/drawing/2014/main" id="{BEB0CAA7-0ACE-FD4F-3F82-2309E954B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56" y="149353"/>
            <a:ext cx="11732653" cy="660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62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94B9FA05-958B-DF75-30B7-F01D5F38D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41" y="118610"/>
            <a:ext cx="11822805" cy="665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84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{ED5B9205-4B9F-4A93-86A6-F0D2045FA541}TF6d5feb1e-e145-43f1-b745-cb4b54c5ee974db0861f-e580bbd8a4c7</Template>
  <TotalTime>8</TotalTime>
  <Words>14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Tw Cen MT</vt:lpstr>
      <vt:lpstr>Circuito</vt:lpstr>
      <vt:lpstr>Dashboard de vendas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Rony Sena Costa</dc:creator>
  <cp:lastModifiedBy>Rony Sena Costa</cp:lastModifiedBy>
  <cp:revision>1</cp:revision>
  <dcterms:created xsi:type="dcterms:W3CDTF">2026-02-09T17:08:06Z</dcterms:created>
  <dcterms:modified xsi:type="dcterms:W3CDTF">2026-02-09T17:16:16Z</dcterms:modified>
</cp:coreProperties>
</file>